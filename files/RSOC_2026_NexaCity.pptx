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97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raisoni  EDUCATION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77724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RSOC–2026</a:t>
            </a:r>
            <a:endParaRPr lang="en-US" sz="6200" dirty="0"/>
          </a:p>
        </p:txBody>
      </p:sp>
      <p:sp>
        <p:nvSpPr>
          <p:cNvPr id="6" name="Shape 4"/>
          <p:cNvSpPr/>
          <p:nvPr/>
        </p:nvSpPr>
        <p:spPr>
          <a:xfrm>
            <a:off x="3291840" y="2148840"/>
            <a:ext cx="2560320" cy="530352"/>
          </a:xfrm>
          <a:prstGeom prst="roundRect">
            <a:avLst>
              <a:gd name="adj" fmla="val 43103"/>
            </a:avLst>
          </a:prstGeom>
          <a:solidFill>
            <a:srgbClr val="90C8E0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16712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3E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 :–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94760" y="2834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SIH-2024-1627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1455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 :–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314553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NexaCity — Real-Time Urban Intelligence Dashboard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564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 Name :–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94760" y="34564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 Here]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 :–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94760" y="3767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Team ID]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0782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:–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40782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NexaCity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9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:–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9476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Cities / Urban Tech / AI &amp; Data Analytics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7823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  |  Pune  |  Jalgaon  |  Amravati  |  Pandhura  |  Bhandara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188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raisoni EDUCATION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275320" y="54864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8275320" y="182880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RSOC 2026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8231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  |  Pune  |  Jalgaon  |  Amravati  |  Pandhura  |  Bhandara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54112" y="4754880"/>
            <a:ext cx="1234440" cy="388620"/>
          </a:xfrm>
          <a:prstGeom prst="rect">
            <a:avLst/>
          </a:prstGeom>
          <a:solidFill>
            <a:srgbClr val="90C8E0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47823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NEXACITY — PROPOSED SOLUTION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57200" y="1399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 —  NexaCity Real-Time Urban Intelligence Dashboard for Nagpur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" y="1828800"/>
            <a:ext cx="285292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9999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828800"/>
            <a:ext cx="2852928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947672"/>
            <a:ext cx="338328" cy="33832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947672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19659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Explanation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31720"/>
            <a:ext cx="2615184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395728"/>
            <a:ext cx="26151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NexaCity is an AI-powered smart city dashboard aggregating real-time traffic, AQI, energy, water &amp; transport data across 12 Nagpur zones. Isolation Forest ML auto-detects anomalies. 3D MapLibre GL renders live zone health with extrusion maps and sparklines.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54680" y="1828800"/>
            <a:ext cx="285292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99999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828800"/>
            <a:ext cx="2852928" cy="54864"/>
          </a:xfrm>
          <a:prstGeom prst="rect">
            <a:avLst/>
          </a:prstGeom>
          <a:solidFill>
            <a:srgbClr val="00B34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73552" y="1947672"/>
            <a:ext cx="338328" cy="338328"/>
          </a:xfrm>
          <a:prstGeom prst="ellipse">
            <a:avLst/>
          </a:prstGeom>
          <a:solidFill>
            <a:srgbClr val="00B347"/>
          </a:solidFill>
          <a:ln/>
        </p:spPr>
      </p:sp>
      <p:sp>
        <p:nvSpPr>
          <p:cNvPr id="22" name="Text 20"/>
          <p:cNvSpPr/>
          <p:nvPr/>
        </p:nvSpPr>
        <p:spPr>
          <a:xfrm>
            <a:off x="3273552" y="1947672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703320" y="19659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Addresses the Problem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73552" y="2331720"/>
            <a:ext cx="2615184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Text 23"/>
          <p:cNvSpPr/>
          <p:nvPr/>
        </p:nvSpPr>
        <p:spPr>
          <a:xfrm>
            <a:off x="3273552" y="2395728"/>
            <a:ext cx="26151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officials lack a unified urban view. NexaCity fuses multi-domain sensor data into one live dashboard with natural language NLP queries, auto-generated critical alerts, cross-domain correlation analysis, and 24-hour predictive forecasting.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08192" y="1828800"/>
            <a:ext cx="2852928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999999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08192" y="1828800"/>
            <a:ext cx="2852928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28" name="Shape 26"/>
          <p:cNvSpPr/>
          <p:nvPr/>
        </p:nvSpPr>
        <p:spPr>
          <a:xfrm>
            <a:off x="6227064" y="1947672"/>
            <a:ext cx="338328" cy="338328"/>
          </a:xfrm>
          <a:prstGeom prst="ellipse">
            <a:avLst/>
          </a:prstGeom>
          <a:solidFill>
            <a:srgbClr val="4A235A"/>
          </a:solidFill>
          <a:ln/>
        </p:spPr>
      </p:sp>
      <p:sp>
        <p:nvSpPr>
          <p:cNvPr id="29" name="Text 27"/>
          <p:cNvSpPr/>
          <p:nvPr/>
        </p:nvSpPr>
        <p:spPr>
          <a:xfrm>
            <a:off x="6227064" y="1947672"/>
            <a:ext cx="33832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56832" y="1965960"/>
            <a:ext cx="22128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&amp; Uniqueness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27064" y="2331720"/>
            <a:ext cx="2615184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2" name="Text 30"/>
          <p:cNvSpPr/>
          <p:nvPr/>
        </p:nvSpPr>
        <p:spPr>
          <a:xfrm>
            <a:off x="6227064" y="2395728"/>
            <a:ext cx="261518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siloed applications, NexaCity cross-correlates domains (traffic-AQI, energy-transport). Features include a real-time simulation engine, random event injection system, conversational NLP chatbot — and zero external API dependency.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188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raisoni EDUCATION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275320" y="54864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8275320" y="182880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RSOC 2026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8231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  |  Pune  |  Jalgaon  |  Amravati  |  Pandhura  |  Bhandara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54112" y="4754880"/>
            <a:ext cx="1234440" cy="388620"/>
          </a:xfrm>
          <a:prstGeom prst="rect">
            <a:avLst/>
          </a:prstGeom>
          <a:solidFill>
            <a:srgbClr val="90C8E0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47823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399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Analysis  |  Potential Challenges  |  Strategies for Overcoming Challenges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828800"/>
            <a:ext cx="397764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99999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828800"/>
            <a:ext cx="3977640" cy="54864"/>
          </a:xfrm>
          <a:prstGeom prst="rect">
            <a:avLst/>
          </a:prstGeom>
          <a:solidFill>
            <a:srgbClr val="00B347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1883664"/>
            <a:ext cx="3977640" cy="347472"/>
          </a:xfrm>
          <a:prstGeom prst="rect">
            <a:avLst/>
          </a:prstGeom>
          <a:solidFill>
            <a:srgbClr val="00B347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" y="1901952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86000"/>
            <a:ext cx="3794760" cy="338328"/>
          </a:xfrm>
          <a:prstGeom prst="rect">
            <a:avLst/>
          </a:prstGeom>
          <a:solidFill>
            <a:srgbClr val="EEFFF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2257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FastAPI + Python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11680" y="232257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production-ready REST API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79192"/>
            <a:ext cx="37947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157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Synthetic CSV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011680" y="271576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sensors needed for MVP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72384"/>
            <a:ext cx="3794760" cy="338328"/>
          </a:xfrm>
          <a:prstGeom prst="rect">
            <a:avLst/>
          </a:prstGeom>
          <a:solidFill>
            <a:srgbClr val="EEFFF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08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MapLibre GL JS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011680" y="3108960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 3D map rendering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465576"/>
            <a:ext cx="37947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5021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Isolation Forest ML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011680" y="3502152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&amp; fast anomaly detection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858768"/>
            <a:ext cx="3794760" cy="338328"/>
          </a:xfrm>
          <a:prstGeom prst="rect">
            <a:avLst/>
          </a:prstGeom>
          <a:solidFill>
            <a:srgbClr val="EEFFF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9534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Cloud Ready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11680" y="3895344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AWS/GCP/Render in under 1hr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251960"/>
            <a:ext cx="3794760" cy="3383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885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Zero-Dependency Frontend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011680" y="4288536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file, no build tools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828800"/>
            <a:ext cx="420624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999999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828800"/>
            <a:ext cx="420624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6" name="Shape 34"/>
          <p:cNvSpPr/>
          <p:nvPr/>
        </p:nvSpPr>
        <p:spPr>
          <a:xfrm>
            <a:off x="4663440" y="1883664"/>
            <a:ext cx="420624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5"/>
          <p:cNvSpPr/>
          <p:nvPr/>
        </p:nvSpPr>
        <p:spPr>
          <a:xfrm>
            <a:off x="4791456" y="19019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 &amp; STRATEGIES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91456" y="233172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Real Sensor Data Integration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91456" y="257860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Use open govt APIs (data.gov.in, CPCB, Smart City portal)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91456" y="2862072"/>
            <a:ext cx="3794760" cy="1371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1" name="Text 39"/>
          <p:cNvSpPr/>
          <p:nvPr/>
        </p:nvSpPr>
        <p:spPr>
          <a:xfrm>
            <a:off x="4791456" y="290779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Scalability to 100+ Zones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91456" y="31546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Microservices architecture + Redis caching layer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91456" y="3438144"/>
            <a:ext cx="3794760" cy="1371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4" name="Text 42"/>
          <p:cNvSpPr/>
          <p:nvPr/>
        </p:nvSpPr>
        <p:spPr>
          <a:xfrm>
            <a:off x="4791456" y="34838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ML Model Drift Over Time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91456" y="373075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Weekly automated retraining with rolling data window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791456" y="4014216"/>
            <a:ext cx="3794760" cy="13716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47" name="Text 45"/>
          <p:cNvSpPr/>
          <p:nvPr/>
        </p:nvSpPr>
        <p:spPr>
          <a:xfrm>
            <a:off x="4791456" y="40599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Frontend Performance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91456" y="4306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WebSocket delta-updates instead of full polling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188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raisoni EDUCATION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275320" y="54864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8275320" y="182880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RSOC 2026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8231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  |  Pune  |  Jalgaon  |  Amravati  |  Pandhura  |  Bhandara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54112" y="4754880"/>
            <a:ext cx="1234440" cy="388620"/>
          </a:xfrm>
          <a:prstGeom prst="rect">
            <a:avLst/>
          </a:prstGeom>
          <a:solidFill>
            <a:srgbClr val="90C8E0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47823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AND BENEFITS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347472" y="1481328"/>
            <a:ext cx="1938528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1481328"/>
            <a:ext cx="1938528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54533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" y="199339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Zones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68880" y="1481328"/>
            <a:ext cx="1938528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481328"/>
            <a:ext cx="1938528" cy="54864"/>
          </a:xfrm>
          <a:prstGeom prst="rect">
            <a:avLst/>
          </a:prstGeom>
          <a:solidFill>
            <a:srgbClr val="00B347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54533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B3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468880" y="199339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90288" y="1481328"/>
            <a:ext cx="1938528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0288" y="1481328"/>
            <a:ext cx="1938528" cy="54864"/>
          </a:xfrm>
          <a:prstGeom prst="rect">
            <a:avLst/>
          </a:prstGeom>
          <a:solidFill>
            <a:srgbClr val="D4A800"/>
          </a:solidFill>
          <a:ln/>
        </p:spPr>
      </p:sp>
      <p:sp>
        <p:nvSpPr>
          <p:cNvPr id="21" name="Text 19"/>
          <p:cNvSpPr/>
          <p:nvPr/>
        </p:nvSpPr>
        <p:spPr>
          <a:xfrm>
            <a:off x="4590288" y="154533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24h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590288" y="199339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Window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11696" y="1481328"/>
            <a:ext cx="1938528" cy="9875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11696" y="1481328"/>
            <a:ext cx="1938528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3"/>
          <p:cNvSpPr/>
          <p:nvPr/>
        </p:nvSpPr>
        <p:spPr>
          <a:xfrm>
            <a:off x="6711696" y="1545336"/>
            <a:ext cx="193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711696" y="1993392"/>
            <a:ext cx="19385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Anomaly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633472"/>
            <a:ext cx="285292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2633472"/>
            <a:ext cx="2852928" cy="54864"/>
          </a:xfrm>
          <a:prstGeom prst="rect">
            <a:avLst/>
          </a:prstGeom>
          <a:solidFill>
            <a:srgbClr val="00B347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2688336"/>
            <a:ext cx="2852928" cy="329184"/>
          </a:xfrm>
          <a:prstGeom prst="rect">
            <a:avLst/>
          </a:prstGeom>
          <a:solidFill>
            <a:srgbClr val="00B347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69748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IMPACT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93192" y="3063240"/>
            <a:ext cx="2624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get live air quality alerts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emergency response routing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transit optimization reducing commute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city governance dashboard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18688" y="2633472"/>
            <a:ext cx="285292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18688" y="2633472"/>
            <a:ext cx="2852928" cy="54864"/>
          </a:xfrm>
          <a:prstGeom prst="rect">
            <a:avLst/>
          </a:prstGeom>
          <a:solidFill>
            <a:srgbClr val="D4A800"/>
          </a:solidFill>
          <a:ln/>
        </p:spPr>
      </p:sp>
      <p:sp>
        <p:nvSpPr>
          <p:cNvPr id="34" name="Shape 32"/>
          <p:cNvSpPr/>
          <p:nvPr/>
        </p:nvSpPr>
        <p:spPr>
          <a:xfrm>
            <a:off x="3218688" y="2688336"/>
            <a:ext cx="2852928" cy="329184"/>
          </a:xfrm>
          <a:prstGeom prst="rect">
            <a:avLst/>
          </a:prstGeom>
          <a:solidFill>
            <a:srgbClr val="D4A800"/>
          </a:solidFill>
          <a:ln/>
        </p:spPr>
      </p:sp>
      <p:sp>
        <p:nvSpPr>
          <p:cNvPr id="35" name="Text 33"/>
          <p:cNvSpPr/>
          <p:nvPr/>
        </p:nvSpPr>
        <p:spPr>
          <a:xfrm>
            <a:off x="3310128" y="269748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ECONOMIC IMPACT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337560" y="3063240"/>
            <a:ext cx="2624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cuts infrastructure cost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load balancing saves ~20% power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leak anomaly detection prevents losses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traffic routing reduces fuel waste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63056" y="2633472"/>
            <a:ext cx="2852928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3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2633472"/>
            <a:ext cx="2852928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Shape 37"/>
          <p:cNvSpPr/>
          <p:nvPr/>
        </p:nvSpPr>
        <p:spPr>
          <a:xfrm>
            <a:off x="6163056" y="2688336"/>
            <a:ext cx="2852928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0" name="Text 38"/>
          <p:cNvSpPr/>
          <p:nvPr/>
        </p:nvSpPr>
        <p:spPr>
          <a:xfrm>
            <a:off x="6254496" y="2697480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ENVIRONMENTAL IMPACT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81928" y="3063240"/>
            <a:ext cx="262432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AQI spikes flagged in real-time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vehicle idle emissions via rerouting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conservation via anomaly detection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green urban zone planning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188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raisoni EDUCATION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275320" y="54864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8275320" y="182880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RSOC 2026</a:t>
            </a:r>
            <a:endParaRPr lang="en-US" sz="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478231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Nagpur  |  Pune  |  Jalgaon  |  Amravati  |  Pandhura  |  Bhandara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54112" y="4754880"/>
            <a:ext cx="1234440" cy="388620"/>
          </a:xfrm>
          <a:prstGeom prst="rect">
            <a:avLst/>
          </a:prstGeom>
          <a:solidFill>
            <a:srgbClr val="90C8E0"/>
          </a:solidFill>
          <a:ln/>
        </p:spPr>
      </p:sp>
      <p:sp>
        <p:nvSpPr>
          <p:cNvPr id="9" name="Text 7"/>
          <p:cNvSpPr/>
          <p:nvPr/>
        </p:nvSpPr>
        <p:spPr>
          <a:xfrm>
            <a:off x="7754112" y="47823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3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AND REFERENCES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384048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444752"/>
            <a:ext cx="38404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499616"/>
            <a:ext cx="384048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1517904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TECHNOLOGIES &amp; TOOLS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920240"/>
            <a:ext cx="3657600" cy="365760"/>
          </a:xfrm>
          <a:prstGeom prst="rect">
            <a:avLst/>
          </a:prstGeom>
          <a:solidFill>
            <a:srgbClr val="EEF7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965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Python 3.12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31720" y="19659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backend &amp; data orchestration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350008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39572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331720" y="23957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&amp; processing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779776"/>
            <a:ext cx="3657600" cy="365760"/>
          </a:xfrm>
          <a:prstGeom prst="rect">
            <a:avLst/>
          </a:prstGeom>
          <a:solidFill>
            <a:srgbClr val="EEF7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25496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(IsolationForest)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31720" y="28254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ML model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09544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55264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GL JS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31720" y="325526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interactive city map rendering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639312"/>
            <a:ext cx="3657600" cy="365760"/>
          </a:xfrm>
          <a:prstGeom prst="rect">
            <a:avLst/>
          </a:prstGeom>
          <a:solidFill>
            <a:srgbClr val="EEF7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685032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4.x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331720" y="36850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sparkline charting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406908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11480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Vanilla JS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331720" y="411480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Zero-framework single-file frontend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1444752"/>
            <a:ext cx="4160520" cy="3154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999999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1444752"/>
            <a:ext cx="4160520" cy="54864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5" name="Shape 33"/>
          <p:cNvSpPr/>
          <p:nvPr/>
        </p:nvSpPr>
        <p:spPr>
          <a:xfrm>
            <a:off x="4709160" y="1499616"/>
            <a:ext cx="4160520" cy="347472"/>
          </a:xfrm>
          <a:prstGeom prst="rect">
            <a:avLst/>
          </a:prstGeom>
          <a:solidFill>
            <a:srgbClr val="4A235A"/>
          </a:solidFill>
          <a:ln/>
        </p:spPr>
      </p:sp>
      <p:sp>
        <p:nvSpPr>
          <p:cNvPr id="36" name="Text 34"/>
          <p:cNvSpPr/>
          <p:nvPr/>
        </p:nvSpPr>
        <p:spPr>
          <a:xfrm>
            <a:off x="4837176" y="1517904"/>
            <a:ext cx="39227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&amp; REFERENCES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37176" y="1920240"/>
            <a:ext cx="3922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Smart City Mission, India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37176" y="2121408"/>
            <a:ext cx="392277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mohua.gov.in/smart-city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37176" y="2304288"/>
            <a:ext cx="3922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CPCB Air Quality Open Data API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37176" y="2505456"/>
            <a:ext cx="392277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cpcb.nic.in / data.gov.in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37176" y="2688336"/>
            <a:ext cx="3922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Liu et al. (2008) - Isolation Forest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37176" y="2889504"/>
            <a:ext cx="392277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IEEE ICDM Conference Proceedings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37176" y="3072384"/>
            <a:ext cx="3922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MapLibre GL JS Official Docs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37176" y="3273552"/>
            <a:ext cx="392277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maplibre.org/maplibre-gl-js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37176" y="3456432"/>
            <a:ext cx="3922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FastAPI Official Documentation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837176" y="3657600"/>
            <a:ext cx="392277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fastapi.tiangolo.com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37176" y="3840480"/>
            <a:ext cx="3922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Urban Data Analytics Survey 2023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837176" y="4041648"/>
            <a:ext cx="392277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IEEE Smart Cities Journal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837176" y="4224528"/>
            <a:ext cx="3922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data.gov.in Open City Datasets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37176" y="4425696"/>
            <a:ext cx="3922776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data.gov.in/catalog/smart-cities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NexaCity - RSOC 2026</dc:title>
  <dc:subject>PptxGenJS Presentation</dc:subject>
  <dc:creator>PptxGenJS</dc:creator>
  <cp:lastModifiedBy>PptxGenJS</cp:lastModifiedBy>
  <cp:revision>1</cp:revision>
  <dcterms:created xsi:type="dcterms:W3CDTF">2026-03-13T05:31:58Z</dcterms:created>
  <dcterms:modified xsi:type="dcterms:W3CDTF">2026-03-13T05:31:58Z</dcterms:modified>
</cp:coreProperties>
</file>